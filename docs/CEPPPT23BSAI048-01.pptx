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78704-D4AD-1DEA-05DC-A52FCC882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62EC2-A6AD-4BF1-7304-CE507C935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5EF4C-EE7E-80AB-62F4-43B5DA11D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2761B-2562-4EE1-861F-EBD7350649F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F7826-A5EB-4991-CBBF-1E001491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5ACDC-9B7F-27EE-18B1-1EA5CF3B1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AF6EC-2333-4356-9D52-4D2968E67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399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7830C-0311-8945-E4B9-7B791876F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432B2-7D58-903B-F708-A942EFEE6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C218A-9907-2BA5-57AA-82EC7839F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2761B-2562-4EE1-861F-EBD7350649F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0BC36-591D-40D1-5A63-3189963B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EF302-0F65-C0C4-C0B1-C003157F0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AF6EC-2333-4356-9D52-4D2968E67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678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EC98E-BFEE-8A5B-4121-4FF7C9960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340C1-51E8-08F5-9A34-1DFCBBA43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40E71-0363-5CB5-3B3D-E986740EB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2761B-2562-4EE1-861F-EBD7350649F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213EA-EBA8-808C-0765-E885F57D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E57F8-BD6E-9574-8F3E-D66BC78B6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AF6EC-2333-4356-9D52-4D2968E67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6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5B2F2-7C49-F7B5-5312-E58AB4D5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1A8B4-5075-E7A3-C3A8-B9FEC21FF4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5BF898-B3BA-C073-48F9-6D91BB7B3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239AA-518B-66C2-F0D9-5344A7E02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2761B-2562-4EE1-861F-EBD7350649F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3B7AC-DB6E-D553-DAE2-7B28BC851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4DB2B-4531-3DF3-EBF4-184592E7D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AF6EC-2333-4356-9D52-4D2968E67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627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4035C-6F62-8CB9-178F-FAC46ECE7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18385-4078-1AB9-65FE-B6F081377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EF91D-5E39-A456-7A75-9DF1B75865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1F25FC-DCCF-F82B-FC4E-B4B84E778A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17C26F-82A6-4B5D-696B-693A08D212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C65B99-EF62-FEDE-1C10-7D0673F40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2761B-2562-4EE1-861F-EBD7350649F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96174B-C9EC-FD8B-7174-706802438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05B3C8-6691-D6F1-F9CB-19A40EB62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AF6EC-2333-4356-9D52-4D2968E67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98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13C79-27E6-283A-8C0A-CA5F0C90C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219B05-214B-FABE-38C1-8055808A2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2761B-2562-4EE1-861F-EBD7350649F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F8E82D-393E-54A2-0FE7-28878CF69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F67A85-7871-C986-3D98-CBBE83928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AF6EC-2333-4356-9D52-4D2968E67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499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1270B7-21AF-4CCC-F9DF-F7C0DAA45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2761B-2562-4EE1-861F-EBD7350649F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7FD439-8054-2824-0B55-EAEBE5248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DD567-601A-A406-3FEE-7EA0CCD7E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AF6EC-2333-4356-9D52-4D2968E67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668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1D3B6-5765-E142-45F1-669480293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1CB83-121C-FC91-9A25-8FA1A51A8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CFAB5-8591-603B-0CDA-6B5EDB150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662A4-2556-C36B-F6A5-B514DF0A9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2761B-2562-4EE1-861F-EBD7350649F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C2EEB-F125-9417-71EE-16BAEC101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5BFB6-C427-D1FF-DBF4-343ED8744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AF6EC-2333-4356-9D52-4D2968E67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76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DBE4A-677C-CFD8-E49E-EC32ADDE4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EBE5C8-2BB8-70F6-CA9B-063455338B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18EE68-D362-42FD-5DCE-8F942A429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B1DE4E-CE3C-CD2B-4F4E-6D79CCC3D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2761B-2562-4EE1-861F-EBD7350649F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B6FFB-5852-F691-CB98-CBC71E9F1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7D947-544D-9B22-ED2E-F7AA92E0F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AF6EC-2333-4356-9D52-4D2968E67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957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D0109-1AD5-625F-E02D-A7FA3EC56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46FD90-10BE-872C-E15C-6F481BA2B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5C6A8-10AF-E5A6-C79D-91383E3F3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2761B-2562-4EE1-861F-EBD7350649F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590B6-63AB-9A72-90C1-AF5E2D351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E5C4C-FEBC-0A14-05D9-190663AA9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AF6EC-2333-4356-9D52-4D2968E67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853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AD0307-0EBF-1C1F-1ACC-B39A72D75B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3C4642-C6E2-86C2-423F-9ADAB4DD6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5A589-42FE-4604-CA7F-B5CB0A595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2761B-2562-4EE1-861F-EBD7350649F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50CC3-CEE0-E699-A265-15AFE5DDC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22587-7982-39A6-40E8-222F47FD0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AF6EC-2333-4356-9D52-4D2968E67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05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F74D71-580C-7A14-8EAA-6D7F05F80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F4368-A8F8-00E1-9B2A-6E33FD9CA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D4FF8-B658-212A-76F9-CF2876AD21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32761B-2562-4EE1-861F-EBD7350649F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51EC7-6329-C1EF-B45F-D3DABAC97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F6363-D03C-EB14-35D6-8077CFA1B1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AF6EC-2333-4356-9D52-4D2968E67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588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469397-9F93-0EB3-BDA8-B4B3028E9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E73F43B-DDE3-9E4E-9399-56DAF3F4D46E}"/>
              </a:ext>
            </a:extLst>
          </p:cNvPr>
          <p:cNvSpPr/>
          <p:nvPr/>
        </p:nvSpPr>
        <p:spPr>
          <a:xfrm>
            <a:off x="4171949" y="5123258"/>
            <a:ext cx="3654397" cy="3857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527EEB-40AD-3682-6A12-5E18459AAB64}"/>
              </a:ext>
            </a:extLst>
          </p:cNvPr>
          <p:cNvSpPr/>
          <p:nvPr/>
        </p:nvSpPr>
        <p:spPr>
          <a:xfrm>
            <a:off x="3809999" y="3774281"/>
            <a:ext cx="4633913" cy="3857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DA0231-C5DC-EA00-D171-D3EEF910FA10}"/>
              </a:ext>
            </a:extLst>
          </p:cNvPr>
          <p:cNvSpPr txBox="1"/>
          <p:nvPr/>
        </p:nvSpPr>
        <p:spPr>
          <a:xfrm>
            <a:off x="4171949" y="5139690"/>
            <a:ext cx="3654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23BSAI048, 23BSAI006, 23BSAI001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5D1007-6088-5B41-50FF-6B0F67E92891}"/>
              </a:ext>
            </a:extLst>
          </p:cNvPr>
          <p:cNvSpPr txBox="1"/>
          <p:nvPr/>
        </p:nvSpPr>
        <p:spPr>
          <a:xfrm>
            <a:off x="4171949" y="3851522"/>
            <a:ext cx="48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Artificial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279587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95A4B-F7A9-1B56-C3B9-AC2969A8E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922C7D-D05B-F9E1-E964-3BBFEAF85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1A9249-14B7-A533-6F8E-993D68868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061" y="1743075"/>
            <a:ext cx="5031301" cy="438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060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F5259-9E75-BC47-B3B0-52A4D6ADD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A53389-49A6-66B8-B9F4-BC2F24137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060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CFDD5-FB53-1A83-A48C-075971E6D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FEF56D-AB85-E1C7-ECE2-6F0611C44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712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6987B-8A9E-4E3E-A74D-169E74049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7D535D-E9E6-C296-2F8B-F66F813EB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88"/>
            <a:ext cx="12192000" cy="68579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270A93-E8A6-9BB6-3797-8F3DB8550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679" y="2095325"/>
            <a:ext cx="6280321" cy="35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389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BE449-A574-4560-788E-1E8BB40F8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A259AF-8EC3-F3E3-9963-68F23C9C0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AF642A-F3D7-C9CB-60A4-3B4141205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14646"/>
            <a:ext cx="5500686" cy="42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249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616AB-F05C-365F-D5DD-F6BFB469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9807BB-AFF5-E132-2B1D-05C6C792D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937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FF6A8-C04D-4319-A990-700E1C537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44B397-934D-EE8B-78AE-BE30D32D2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774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</Words>
  <Application>Microsoft Office PowerPoint</Application>
  <PresentationFormat>Widescreen</PresentationFormat>
  <Paragraphs>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23BSAI048</dc:creator>
  <cp:lastModifiedBy>23BSAI048</cp:lastModifiedBy>
  <cp:revision>4</cp:revision>
  <dcterms:created xsi:type="dcterms:W3CDTF">2025-10-30T11:07:11Z</dcterms:created>
  <dcterms:modified xsi:type="dcterms:W3CDTF">2026-10-28T13:33:34Z</dcterms:modified>
</cp:coreProperties>
</file>